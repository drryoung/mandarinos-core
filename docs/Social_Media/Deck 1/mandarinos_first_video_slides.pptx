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2" r:id="rId8"/>
    <p:sldId id="264" r:id="rId9"/>
    <p:sldId id="265" r:id="rId10"/>
    <p:sldId id="266" r:id="rId11"/>
  </p:sldIdLst>
  <p:sldSz cx="6858000" cy="12192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23AD6B-DB9E-4789-A3F8-1C6848A7A888}" v="1" dt="2026-04-11T06:23:33.5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6" d="100"/>
          <a:sy n="46" d="100"/>
        </p:scale>
        <p:origin x="2352" y="54"/>
      </p:cViewPr>
      <p:guideLst>
        <p:guide orient="horz" pos="384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mond Young" userId="69b84d6ef553209f" providerId="LiveId" clId="{BE54653A-6D57-422B-BC35-B4A8DB7C18E0}"/>
    <pc:docChg chg="undo custSel delSld modSld sldOrd modMainMaster">
      <pc:chgData name="Raymond Young" userId="69b84d6ef553209f" providerId="LiveId" clId="{BE54653A-6D57-422B-BC35-B4A8DB7C18E0}" dt="2026-04-22T02:34:05.226" v="1070"/>
      <pc:docMkLst>
        <pc:docMk/>
      </pc:docMkLst>
      <pc:sldChg chg="addSp delSp modSp mod modClrScheme setClrOvrMap chgLayout">
        <pc:chgData name="Raymond Young" userId="69b84d6ef553209f" providerId="LiveId" clId="{BE54653A-6D57-422B-BC35-B4A8DB7C18E0}" dt="2026-04-11T04:29:21.157" v="1024" actId="403"/>
        <pc:sldMkLst>
          <pc:docMk/>
          <pc:sldMk cId="0" sldId="256"/>
        </pc:sldMkLst>
        <pc:spChg chg="mod ord">
          <ac:chgData name="Raymond Young" userId="69b84d6ef553209f" providerId="LiveId" clId="{BE54653A-6D57-422B-BC35-B4A8DB7C18E0}" dt="2026-04-11T03:36:29.697" v="6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ymond Young" userId="69b84d6ef553209f" providerId="LiveId" clId="{BE54653A-6D57-422B-BC35-B4A8DB7C18E0}" dt="2026-04-11T04:29:21.157" v="1024" actId="403"/>
          <ac:spMkLst>
            <pc:docMk/>
            <pc:sldMk cId="0" sldId="256"/>
            <ac:spMk id="3" creationId="{00000000-0000-0000-0000-000000000000}"/>
          </ac:spMkLst>
        </pc:spChg>
        <pc:spChg chg="add mod ord">
          <ac:chgData name="Raymond Young" userId="69b84d6ef553209f" providerId="LiveId" clId="{BE54653A-6D57-422B-BC35-B4A8DB7C18E0}" dt="2026-04-11T03:36:29.697" v="60" actId="26606"/>
          <ac:spMkLst>
            <pc:docMk/>
            <pc:sldMk cId="0" sldId="256"/>
            <ac:spMk id="44" creationId="{CC615C71-7529-9525-09C0-F29BD5C674E2}"/>
          </ac:spMkLst>
        </pc:spChg>
        <pc:spChg chg="add mod ord">
          <ac:chgData name="Raymond Young" userId="69b84d6ef553209f" providerId="LiveId" clId="{BE54653A-6D57-422B-BC35-B4A8DB7C18E0}" dt="2026-04-11T03:36:29.697" v="60" actId="26606"/>
          <ac:spMkLst>
            <pc:docMk/>
            <pc:sldMk cId="0" sldId="256"/>
            <ac:spMk id="45" creationId="{02108EF7-3822-048A-2F4E-25AD4FEB3382}"/>
          </ac:spMkLst>
        </pc:spChg>
        <pc:spChg chg="add mod">
          <ac:chgData name="Raymond Young" userId="69b84d6ef553209f" providerId="LiveId" clId="{BE54653A-6D57-422B-BC35-B4A8DB7C18E0}" dt="2026-04-11T03:36:29.697" v="60" actId="26606"/>
          <ac:spMkLst>
            <pc:docMk/>
            <pc:sldMk cId="0" sldId="256"/>
            <ac:spMk id="46" creationId="{ACF10CB4-4370-E134-B85C-E5337155CED8}"/>
          </ac:spMkLst>
        </pc:spChg>
        <pc:picChg chg="add mod ord">
          <ac:chgData name="Raymond Young" userId="69b84d6ef553209f" providerId="LiveId" clId="{BE54653A-6D57-422B-BC35-B4A8DB7C18E0}" dt="2026-04-11T03:36:29.697" v="60" actId="26606"/>
          <ac:picMkLst>
            <pc:docMk/>
            <pc:sldMk cId="0" sldId="256"/>
            <ac:picMk id="43" creationId="{1AAAF16E-812C-2F60-246D-BF2A476E933A}"/>
          </ac:picMkLst>
        </pc:picChg>
      </pc:sldChg>
      <pc:sldChg chg="addSp delSp modSp mod setClrOvrMap">
        <pc:chgData name="Raymond Young" userId="69b84d6ef553209f" providerId="LiveId" clId="{BE54653A-6D57-422B-BC35-B4A8DB7C18E0}" dt="2026-04-11T03:45:40.252" v="216" actId="20577"/>
        <pc:sldMkLst>
          <pc:docMk/>
          <pc:sldMk cId="0" sldId="257"/>
        </pc:sldMkLst>
        <pc:spChg chg="mod">
          <ac:chgData name="Raymond Young" userId="69b84d6ef553209f" providerId="LiveId" clId="{BE54653A-6D57-422B-BC35-B4A8DB7C18E0}" dt="2026-04-11T03:45:40.252" v="216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aymond Young" userId="69b84d6ef553209f" providerId="LiveId" clId="{BE54653A-6D57-422B-BC35-B4A8DB7C18E0}" dt="2026-04-11T03:45:18.871" v="196" actId="6549"/>
          <ac:spMkLst>
            <pc:docMk/>
            <pc:sldMk cId="0" sldId="257"/>
            <ac:spMk id="3" creationId="{00000000-0000-0000-0000-000000000000}"/>
          </ac:spMkLst>
        </pc:spChg>
        <pc:spChg chg="add">
          <ac:chgData name="Raymond Young" userId="69b84d6ef553209f" providerId="LiveId" clId="{BE54653A-6D57-422B-BC35-B4A8DB7C18E0}" dt="2026-04-11T03:33:36.633" v="35" actId="26606"/>
          <ac:spMkLst>
            <pc:docMk/>
            <pc:sldMk cId="0" sldId="257"/>
            <ac:spMk id="26" creationId="{5B7650BF-7BAA-BC25-14FC-7D6C00A33C69}"/>
          </ac:spMkLst>
        </pc:spChg>
        <pc:spChg chg="add">
          <ac:chgData name="Raymond Young" userId="69b84d6ef553209f" providerId="LiveId" clId="{BE54653A-6D57-422B-BC35-B4A8DB7C18E0}" dt="2026-04-11T03:33:36.633" v="35" actId="26606"/>
          <ac:spMkLst>
            <pc:docMk/>
            <pc:sldMk cId="0" sldId="257"/>
            <ac:spMk id="27" creationId="{0E8B24FB-12F2-2D94-E2BF-08F4DAD88B31}"/>
          </ac:spMkLst>
        </pc:spChg>
        <pc:spChg chg="add">
          <ac:chgData name="Raymond Young" userId="69b84d6ef553209f" providerId="LiveId" clId="{BE54653A-6D57-422B-BC35-B4A8DB7C18E0}" dt="2026-04-11T03:33:36.633" v="35" actId="26606"/>
          <ac:spMkLst>
            <pc:docMk/>
            <pc:sldMk cId="0" sldId="257"/>
            <ac:spMk id="28" creationId="{B9530246-F9FF-B12B-275E-CB7CCFFB2862}"/>
          </ac:spMkLst>
        </pc:spChg>
      </pc:sldChg>
      <pc:sldChg chg="addSp delSp modSp mod modClrScheme chgLayout">
        <pc:chgData name="Raymond Young" userId="69b84d6ef553209f" providerId="LiveId" clId="{BE54653A-6D57-422B-BC35-B4A8DB7C18E0}" dt="2026-04-11T04:01:11.211" v="621" actId="1036"/>
        <pc:sldMkLst>
          <pc:docMk/>
          <pc:sldMk cId="0" sldId="258"/>
        </pc:sldMkLst>
        <pc:spChg chg="mod ord">
          <ac:chgData name="Raymond Young" userId="69b84d6ef553209f" providerId="LiveId" clId="{BE54653A-6D57-422B-BC35-B4A8DB7C18E0}" dt="2026-04-11T03:44:05.852" v="191" actId="700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Raymond Young" userId="69b84d6ef553209f" providerId="LiveId" clId="{BE54653A-6D57-422B-BC35-B4A8DB7C18E0}" dt="2026-04-11T04:01:11.211" v="621" actId="1036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Raymond Young" userId="69b84d6ef553209f" providerId="LiveId" clId="{BE54653A-6D57-422B-BC35-B4A8DB7C18E0}" dt="2026-04-11T04:01:11.211" v="621" actId="1036"/>
          <ac:picMkLst>
            <pc:docMk/>
            <pc:sldMk cId="0" sldId="258"/>
            <ac:picMk id="6" creationId="{3041825A-DB60-8E7A-2D1D-366F19AF289A}"/>
          </ac:picMkLst>
        </pc:picChg>
        <pc:picChg chg="add mod">
          <ac:chgData name="Raymond Young" userId="69b84d6ef553209f" providerId="LiveId" clId="{BE54653A-6D57-422B-BC35-B4A8DB7C18E0}" dt="2026-04-11T04:01:11.211" v="621" actId="1036"/>
          <ac:picMkLst>
            <pc:docMk/>
            <pc:sldMk cId="0" sldId="258"/>
            <ac:picMk id="8" creationId="{C2E49290-523D-390A-7365-EA6F4F6CF2B5}"/>
          </ac:picMkLst>
        </pc:picChg>
        <pc:picChg chg="add mod">
          <ac:chgData name="Raymond Young" userId="69b84d6ef553209f" providerId="LiveId" clId="{BE54653A-6D57-422B-BC35-B4A8DB7C18E0}" dt="2026-04-11T04:01:11.211" v="621" actId="1036"/>
          <ac:picMkLst>
            <pc:docMk/>
            <pc:sldMk cId="0" sldId="258"/>
            <ac:picMk id="10" creationId="{A3AB8754-80E1-757F-B981-892C49AEFE2E}"/>
          </ac:picMkLst>
        </pc:picChg>
      </pc:sldChg>
      <pc:sldChg chg="addSp delSp modSp mod">
        <pc:chgData name="Raymond Young" userId="69b84d6ef553209f" providerId="LiveId" clId="{BE54653A-6D57-422B-BC35-B4A8DB7C18E0}" dt="2026-04-11T04:00:58.293" v="562" actId="1036"/>
        <pc:sldMkLst>
          <pc:docMk/>
          <pc:sldMk cId="0" sldId="259"/>
        </pc:sldMkLst>
        <pc:spChg chg="mod">
          <ac:chgData name="Raymond Young" userId="69b84d6ef553209f" providerId="LiveId" clId="{BE54653A-6D57-422B-BC35-B4A8DB7C18E0}" dt="2026-04-11T03:59:55.101" v="416" actId="404"/>
          <ac:spMkLst>
            <pc:docMk/>
            <pc:sldMk cId="0" sldId="259"/>
            <ac:spMk id="2" creationId="{00000000-0000-0000-0000-000000000000}"/>
          </ac:spMkLst>
        </pc:spChg>
        <pc:picChg chg="add mod">
          <ac:chgData name="Raymond Young" userId="69b84d6ef553209f" providerId="LiveId" clId="{BE54653A-6D57-422B-BC35-B4A8DB7C18E0}" dt="2026-04-11T04:00:58.293" v="562" actId="1036"/>
          <ac:picMkLst>
            <pc:docMk/>
            <pc:sldMk cId="0" sldId="259"/>
            <ac:picMk id="4" creationId="{90016FED-D50B-C484-ED01-7C70DE2463A2}"/>
          </ac:picMkLst>
        </pc:picChg>
        <pc:picChg chg="add mod">
          <ac:chgData name="Raymond Young" userId="69b84d6ef553209f" providerId="LiveId" clId="{BE54653A-6D57-422B-BC35-B4A8DB7C18E0}" dt="2026-04-11T04:00:58.293" v="562" actId="1036"/>
          <ac:picMkLst>
            <pc:docMk/>
            <pc:sldMk cId="0" sldId="259"/>
            <ac:picMk id="5" creationId="{1E9AA724-F27B-7ECE-4E1F-89C87DA5DEE1}"/>
          </ac:picMkLst>
        </pc:picChg>
        <pc:picChg chg="add mod">
          <ac:chgData name="Raymond Young" userId="69b84d6ef553209f" providerId="LiveId" clId="{BE54653A-6D57-422B-BC35-B4A8DB7C18E0}" dt="2026-04-11T04:00:58.293" v="562" actId="1036"/>
          <ac:picMkLst>
            <pc:docMk/>
            <pc:sldMk cId="0" sldId="259"/>
            <ac:picMk id="6" creationId="{4E54CD6A-7815-2A43-8DEA-DF1379EBBB41}"/>
          </ac:picMkLst>
        </pc:picChg>
        <pc:picChg chg="add mod">
          <ac:chgData name="Raymond Young" userId="69b84d6ef553209f" providerId="LiveId" clId="{BE54653A-6D57-422B-BC35-B4A8DB7C18E0}" dt="2026-04-11T04:00:58.293" v="562" actId="1036"/>
          <ac:picMkLst>
            <pc:docMk/>
            <pc:sldMk cId="0" sldId="259"/>
            <ac:picMk id="7" creationId="{C5D25097-186E-F0EF-3DC0-223F1664581C}"/>
          </ac:picMkLst>
        </pc:picChg>
        <pc:picChg chg="add mod">
          <ac:chgData name="Raymond Young" userId="69b84d6ef553209f" providerId="LiveId" clId="{BE54653A-6D57-422B-BC35-B4A8DB7C18E0}" dt="2026-04-11T04:00:58.293" v="562" actId="1036"/>
          <ac:picMkLst>
            <pc:docMk/>
            <pc:sldMk cId="0" sldId="259"/>
            <ac:picMk id="8" creationId="{0D6C2C72-CE06-901E-565E-15BD6C6D6434}"/>
          </ac:picMkLst>
        </pc:picChg>
        <pc:picChg chg="add mod">
          <ac:chgData name="Raymond Young" userId="69b84d6ef553209f" providerId="LiveId" clId="{BE54653A-6D57-422B-BC35-B4A8DB7C18E0}" dt="2026-04-11T04:00:58.293" v="562" actId="1036"/>
          <ac:picMkLst>
            <pc:docMk/>
            <pc:sldMk cId="0" sldId="259"/>
            <ac:picMk id="9" creationId="{0B0BD7A2-649B-E629-20CA-824AA01C5D7D}"/>
          </ac:picMkLst>
        </pc:picChg>
      </pc:sldChg>
      <pc:sldChg chg="addSp modSp mod">
        <pc:chgData name="Raymond Young" userId="69b84d6ef553209f" providerId="LiveId" clId="{BE54653A-6D57-422B-BC35-B4A8DB7C18E0}" dt="2026-04-11T04:28:36.276" v="1020" actId="403"/>
        <pc:sldMkLst>
          <pc:docMk/>
          <pc:sldMk cId="0" sldId="260"/>
        </pc:sldMkLst>
        <pc:spChg chg="mod">
          <ac:chgData name="Raymond Young" userId="69b84d6ef553209f" providerId="LiveId" clId="{BE54653A-6D57-422B-BC35-B4A8DB7C18E0}" dt="2026-04-11T04:21:03.792" v="989"/>
          <ac:spMkLst>
            <pc:docMk/>
            <pc:sldMk cId="0" sldId="260"/>
            <ac:spMk id="2" creationId="{00000000-0000-0000-0000-000000000000}"/>
          </ac:spMkLst>
        </pc:spChg>
        <pc:spChg chg="mod">
          <ac:chgData name="Raymond Young" userId="69b84d6ef553209f" providerId="LiveId" clId="{BE54653A-6D57-422B-BC35-B4A8DB7C18E0}" dt="2026-04-11T04:03:31.223" v="637" actId="20577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Raymond Young" userId="69b84d6ef553209f" providerId="LiveId" clId="{BE54653A-6D57-422B-BC35-B4A8DB7C18E0}" dt="2026-04-11T04:28:36.276" v="1020" actId="403"/>
          <ac:spMkLst>
            <pc:docMk/>
            <pc:sldMk cId="0" sldId="260"/>
            <ac:spMk id="4" creationId="{E42761F7-B4E7-F76F-1004-D26F40BC73EB}"/>
          </ac:spMkLst>
        </pc:spChg>
      </pc:sldChg>
      <pc:sldChg chg="addSp delSp modSp mod">
        <pc:chgData name="Raymond Young" userId="69b84d6ef553209f" providerId="LiveId" clId="{BE54653A-6D57-422B-BC35-B4A8DB7C18E0}" dt="2026-04-11T04:14:18.859" v="968" actId="404"/>
        <pc:sldMkLst>
          <pc:docMk/>
          <pc:sldMk cId="0" sldId="262"/>
        </pc:sldMkLst>
        <pc:spChg chg="add mod">
          <ac:chgData name="Raymond Young" userId="69b84d6ef553209f" providerId="LiveId" clId="{BE54653A-6D57-422B-BC35-B4A8DB7C18E0}" dt="2026-04-11T04:14:18.859" v="968" actId="404"/>
          <ac:spMkLst>
            <pc:docMk/>
            <pc:sldMk cId="0" sldId="262"/>
            <ac:spMk id="5" creationId="{8FBE649A-998F-5EAC-B841-5AED2908173E}"/>
          </ac:spMkLst>
        </pc:spChg>
      </pc:sldChg>
      <pc:sldChg chg="modSp mod ord">
        <pc:chgData name="Raymond Young" userId="69b84d6ef553209f" providerId="LiveId" clId="{BE54653A-6D57-422B-BC35-B4A8DB7C18E0}" dt="2026-04-22T02:34:05.226" v="1070"/>
        <pc:sldMkLst>
          <pc:docMk/>
          <pc:sldMk cId="0" sldId="263"/>
        </pc:sldMkLst>
        <pc:spChg chg="mod">
          <ac:chgData name="Raymond Young" userId="69b84d6ef553209f" providerId="LiveId" clId="{BE54653A-6D57-422B-BC35-B4A8DB7C18E0}" dt="2026-04-11T04:11:58.607" v="874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Raymond Young" userId="69b84d6ef553209f" providerId="LiveId" clId="{BE54653A-6D57-422B-BC35-B4A8DB7C18E0}" dt="2026-04-11T04:12:13.926" v="916" actId="1035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Raymond Young" userId="69b84d6ef553209f" providerId="LiveId" clId="{BE54653A-6D57-422B-BC35-B4A8DB7C18E0}" dt="2026-04-11T04:26:47.810" v="1011" actId="403"/>
        <pc:sldMkLst>
          <pc:docMk/>
          <pc:sldMk cId="0" sldId="264"/>
        </pc:sldMkLst>
        <pc:spChg chg="mod">
          <ac:chgData name="Raymond Young" userId="69b84d6ef553209f" providerId="LiveId" clId="{BE54653A-6D57-422B-BC35-B4A8DB7C18E0}" dt="2026-04-11T03:31:55.790" v="6"/>
          <ac:spMkLst>
            <pc:docMk/>
            <pc:sldMk cId="0" sldId="264"/>
            <ac:spMk id="2" creationId="{00000000-0000-0000-0000-000000000000}"/>
          </ac:spMkLst>
        </pc:spChg>
        <pc:spChg chg="mod">
          <ac:chgData name="Raymond Young" userId="69b84d6ef553209f" providerId="LiveId" clId="{BE54653A-6D57-422B-BC35-B4A8DB7C18E0}" dt="2026-04-11T04:26:47.810" v="1011" actId="40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Raymond Young" userId="69b84d6ef553209f" providerId="LiveId" clId="{BE54653A-6D57-422B-BC35-B4A8DB7C18E0}" dt="2026-04-11T04:25:41.932" v="998" actId="207"/>
        <pc:sldMkLst>
          <pc:docMk/>
          <pc:sldMk cId="0" sldId="265"/>
        </pc:sldMkLst>
        <pc:spChg chg="mod">
          <ac:chgData name="Raymond Young" userId="69b84d6ef553209f" providerId="LiveId" clId="{BE54653A-6D57-422B-BC35-B4A8DB7C18E0}" dt="2026-04-11T04:25:41.932" v="998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Raymond Young" userId="69b84d6ef553209f" providerId="LiveId" clId="{BE54653A-6D57-422B-BC35-B4A8DB7C18E0}" dt="2026-04-11T04:17:23.034" v="982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Raymond Young" userId="69b84d6ef553209f" providerId="LiveId" clId="{BE54653A-6D57-422B-BC35-B4A8DB7C18E0}" dt="2026-04-11T06:24:09.852" v="1066" actId="20577"/>
        <pc:sldMkLst>
          <pc:docMk/>
          <pc:sldMk cId="0" sldId="266"/>
        </pc:sldMkLst>
        <pc:spChg chg="mod">
          <ac:chgData name="Raymond Young" userId="69b84d6ef553209f" providerId="LiveId" clId="{BE54653A-6D57-422B-BC35-B4A8DB7C18E0}" dt="2026-04-11T04:26:05.337" v="1009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Raymond Young" userId="69b84d6ef553209f" providerId="LiveId" clId="{BE54653A-6D57-422B-BC35-B4A8DB7C18E0}" dt="2026-04-11T06:24:09.852" v="1066" actId="20577"/>
          <ac:spMkLst>
            <pc:docMk/>
            <pc:sldMk cId="0" sldId="266"/>
            <ac:spMk id="3" creationId="{00000000-0000-0000-0000-000000000000}"/>
          </ac:spMkLst>
        </pc:spChg>
      </pc:sldChg>
      <pc:sldMasterChg chg="modSldLayout">
        <pc:chgData name="Raymond Young" userId="69b84d6ef553209f" providerId="LiveId" clId="{BE54653A-6D57-422B-BC35-B4A8DB7C18E0}" dt="2026-04-11T04:13:42.178" v="967" actId="14100"/>
        <pc:sldMasterMkLst>
          <pc:docMk/>
          <pc:sldMasterMk cId="601515348" sldId="2147483684"/>
        </pc:sldMasterMkLst>
        <pc:sldLayoutChg chg="modSp mod">
          <pc:chgData name="Raymond Young" userId="69b84d6ef553209f" providerId="LiveId" clId="{BE54653A-6D57-422B-BC35-B4A8DB7C18E0}" dt="2026-04-11T04:12:48.133" v="918" actId="14100"/>
          <pc:sldLayoutMkLst>
            <pc:docMk/>
            <pc:sldMasterMk cId="601515348" sldId="2147483684"/>
            <pc:sldLayoutMk cId="3596615619" sldId="2147483686"/>
          </pc:sldLayoutMkLst>
          <pc:spChg chg="mod">
            <ac:chgData name="Raymond Young" userId="69b84d6ef553209f" providerId="LiveId" clId="{BE54653A-6D57-422B-BC35-B4A8DB7C18E0}" dt="2026-04-11T04:12:41.200" v="917" actId="14100"/>
            <ac:spMkLst>
              <pc:docMk/>
              <pc:sldMasterMk cId="601515348" sldId="2147483684"/>
              <pc:sldLayoutMk cId="3596615619" sldId="2147483686"/>
              <ac:spMk id="2" creationId="{00000000-0000-0000-0000-000000000000}"/>
            </ac:spMkLst>
          </pc:spChg>
          <pc:spChg chg="mod">
            <ac:chgData name="Raymond Young" userId="69b84d6ef553209f" providerId="LiveId" clId="{BE54653A-6D57-422B-BC35-B4A8DB7C18E0}" dt="2026-04-11T04:12:48.133" v="918" actId="14100"/>
            <ac:spMkLst>
              <pc:docMk/>
              <pc:sldMasterMk cId="601515348" sldId="2147483684"/>
              <pc:sldLayoutMk cId="3596615619" sldId="2147483686"/>
              <ac:spMk id="3" creationId="{00000000-0000-0000-0000-000000000000}"/>
            </ac:spMkLst>
          </pc:spChg>
        </pc:sldLayoutChg>
        <pc:sldLayoutChg chg="modSp mod">
          <pc:chgData name="Raymond Young" userId="69b84d6ef553209f" providerId="LiveId" clId="{BE54653A-6D57-422B-BC35-B4A8DB7C18E0}" dt="2026-04-11T04:13:04.063" v="920" actId="14100"/>
          <pc:sldLayoutMkLst>
            <pc:docMk/>
            <pc:sldMasterMk cId="601515348" sldId="2147483684"/>
            <pc:sldLayoutMk cId="835848769" sldId="2147483688"/>
          </pc:sldLayoutMkLst>
          <pc:spChg chg="mod">
            <ac:chgData name="Raymond Young" userId="69b84d6ef553209f" providerId="LiveId" clId="{BE54653A-6D57-422B-BC35-B4A8DB7C18E0}" dt="2026-04-11T04:12:57.825" v="919" actId="14100"/>
            <ac:spMkLst>
              <pc:docMk/>
              <pc:sldMasterMk cId="601515348" sldId="2147483684"/>
              <pc:sldLayoutMk cId="835848769" sldId="2147483688"/>
              <ac:spMk id="2" creationId="{00000000-0000-0000-0000-000000000000}"/>
            </ac:spMkLst>
          </pc:spChg>
          <pc:spChg chg="mod">
            <ac:chgData name="Raymond Young" userId="69b84d6ef553209f" providerId="LiveId" clId="{BE54653A-6D57-422B-BC35-B4A8DB7C18E0}" dt="2026-04-11T04:13:04.063" v="920" actId="14100"/>
            <ac:spMkLst>
              <pc:docMk/>
              <pc:sldMasterMk cId="601515348" sldId="2147483684"/>
              <pc:sldLayoutMk cId="835848769" sldId="2147483688"/>
              <ac:spMk id="3" creationId="{00000000-0000-0000-0000-000000000000}"/>
            </ac:spMkLst>
          </pc:spChg>
          <pc:spChg chg="mod">
            <ac:chgData name="Raymond Young" userId="69b84d6ef553209f" providerId="LiveId" clId="{BE54653A-6D57-422B-BC35-B4A8DB7C18E0}" dt="2026-04-11T04:13:04.063" v="920" actId="14100"/>
            <ac:spMkLst>
              <pc:docMk/>
              <pc:sldMasterMk cId="601515348" sldId="2147483684"/>
              <pc:sldLayoutMk cId="835848769" sldId="2147483688"/>
              <ac:spMk id="4" creationId="{00000000-0000-0000-0000-000000000000}"/>
            </ac:spMkLst>
          </pc:spChg>
        </pc:sldLayoutChg>
        <pc:sldLayoutChg chg="modSp mod">
          <pc:chgData name="Raymond Young" userId="69b84d6ef553209f" providerId="LiveId" clId="{BE54653A-6D57-422B-BC35-B4A8DB7C18E0}" dt="2026-04-11T04:13:33.147" v="966" actId="14100"/>
          <pc:sldLayoutMkLst>
            <pc:docMk/>
            <pc:sldMasterMk cId="601515348" sldId="2147483684"/>
            <pc:sldLayoutMk cId="526065156" sldId="2147483689"/>
          </pc:sldLayoutMkLst>
          <pc:spChg chg="mod">
            <ac:chgData name="Raymond Young" userId="69b84d6ef553209f" providerId="LiveId" clId="{BE54653A-6D57-422B-BC35-B4A8DB7C18E0}" dt="2026-04-11T04:13:15.189" v="921" actId="14100"/>
            <ac:spMkLst>
              <pc:docMk/>
              <pc:sldMasterMk cId="601515348" sldId="2147483684"/>
              <pc:sldLayoutMk cId="526065156" sldId="2147483689"/>
              <ac:spMk id="2" creationId="{00000000-0000-0000-0000-000000000000}"/>
            </ac:spMkLst>
          </pc:spChg>
          <pc:spChg chg="mod">
            <ac:chgData name="Raymond Young" userId="69b84d6ef553209f" providerId="LiveId" clId="{BE54653A-6D57-422B-BC35-B4A8DB7C18E0}" dt="2026-04-11T04:13:27.223" v="965" actId="1035"/>
            <ac:spMkLst>
              <pc:docMk/>
              <pc:sldMasterMk cId="601515348" sldId="2147483684"/>
              <pc:sldLayoutMk cId="526065156" sldId="2147483689"/>
              <ac:spMk id="3" creationId="{00000000-0000-0000-0000-000000000000}"/>
            </ac:spMkLst>
          </pc:spChg>
          <pc:spChg chg="mod">
            <ac:chgData name="Raymond Young" userId="69b84d6ef553209f" providerId="LiveId" clId="{BE54653A-6D57-422B-BC35-B4A8DB7C18E0}" dt="2026-04-11T04:13:33.147" v="966" actId="14100"/>
            <ac:spMkLst>
              <pc:docMk/>
              <pc:sldMasterMk cId="601515348" sldId="2147483684"/>
              <pc:sldLayoutMk cId="526065156" sldId="2147483689"/>
              <ac:spMk id="4" creationId="{00000000-0000-0000-0000-000000000000}"/>
            </ac:spMkLst>
          </pc:spChg>
          <pc:spChg chg="mod">
            <ac:chgData name="Raymond Young" userId="69b84d6ef553209f" providerId="LiveId" clId="{BE54653A-6D57-422B-BC35-B4A8DB7C18E0}" dt="2026-04-11T04:13:27.223" v="965" actId="1035"/>
            <ac:spMkLst>
              <pc:docMk/>
              <pc:sldMasterMk cId="601515348" sldId="2147483684"/>
              <pc:sldLayoutMk cId="526065156" sldId="2147483689"/>
              <ac:spMk id="5" creationId="{00000000-0000-0000-0000-000000000000}"/>
            </ac:spMkLst>
          </pc:spChg>
          <pc:spChg chg="mod">
            <ac:chgData name="Raymond Young" userId="69b84d6ef553209f" providerId="LiveId" clId="{BE54653A-6D57-422B-BC35-B4A8DB7C18E0}" dt="2026-04-11T04:13:33.147" v="966" actId="14100"/>
            <ac:spMkLst>
              <pc:docMk/>
              <pc:sldMasterMk cId="601515348" sldId="2147483684"/>
              <pc:sldLayoutMk cId="526065156" sldId="2147483689"/>
              <ac:spMk id="6" creationId="{00000000-0000-0000-0000-000000000000}"/>
            </ac:spMkLst>
          </pc:spChg>
        </pc:sldLayoutChg>
        <pc:sldLayoutChg chg="modSp mod">
          <pc:chgData name="Raymond Young" userId="69b84d6ef553209f" providerId="LiveId" clId="{BE54653A-6D57-422B-BC35-B4A8DB7C18E0}" dt="2026-04-11T04:13:42.178" v="967" actId="14100"/>
          <pc:sldLayoutMkLst>
            <pc:docMk/>
            <pc:sldMasterMk cId="601515348" sldId="2147483684"/>
            <pc:sldLayoutMk cId="3970235993" sldId="2147483690"/>
          </pc:sldLayoutMkLst>
          <pc:spChg chg="mod">
            <ac:chgData name="Raymond Young" userId="69b84d6ef553209f" providerId="LiveId" clId="{BE54653A-6D57-422B-BC35-B4A8DB7C18E0}" dt="2026-04-11T04:13:42.178" v="967" actId="14100"/>
            <ac:spMkLst>
              <pc:docMk/>
              <pc:sldMasterMk cId="601515348" sldId="2147483684"/>
              <pc:sldLayoutMk cId="3970235993" sldId="2147483690"/>
              <ac:spMk id="2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9832" y="2573869"/>
            <a:ext cx="4965726" cy="591925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9832" y="8493120"/>
            <a:ext cx="4965726" cy="1531413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07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533" y="804832"/>
            <a:ext cx="5291535" cy="14335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775" y="2505075"/>
            <a:ext cx="5033741" cy="8603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15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3" y="5087528"/>
            <a:ext cx="4965725" cy="340559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832" y="8493122"/>
            <a:ext cx="4965726" cy="15296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62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533" y="804832"/>
            <a:ext cx="5291535" cy="15668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0775" y="2573869"/>
            <a:ext cx="2473585" cy="854851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81482" y="2564735"/>
            <a:ext cx="2473586" cy="855764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48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533" y="804832"/>
            <a:ext cx="5291535" cy="14716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0775" y="2386542"/>
            <a:ext cx="2473584" cy="10244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775" y="3521076"/>
            <a:ext cx="2473585" cy="7601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81482" y="2386542"/>
            <a:ext cx="2473585" cy="10244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81482" y="3521076"/>
            <a:ext cx="2473585" cy="7601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65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533" y="804832"/>
            <a:ext cx="5291535" cy="15478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235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3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1" y="2573867"/>
            <a:ext cx="1913597" cy="2573867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2048" y="2573867"/>
            <a:ext cx="2923510" cy="8128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831" y="5563167"/>
            <a:ext cx="1913597" cy="514773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12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42" y="3296341"/>
            <a:ext cx="2865506" cy="2799659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10138" y="2032000"/>
            <a:ext cx="1800694" cy="812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831" y="6502400"/>
            <a:ext cx="2861046" cy="24384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30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3" y="8534377"/>
            <a:ext cx="4965725" cy="100753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9832" y="1219200"/>
            <a:ext cx="4965726" cy="647229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832" y="9541911"/>
            <a:ext cx="4965725" cy="877710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65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2" y="2573867"/>
            <a:ext cx="4965726" cy="352213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832" y="6502400"/>
            <a:ext cx="4965726" cy="4199467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06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057" y="2573867"/>
            <a:ext cx="4500787" cy="413044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086133" y="6704310"/>
            <a:ext cx="4095869" cy="60830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832" y="7734501"/>
            <a:ext cx="4965726" cy="2980267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05423" y="1726673"/>
            <a:ext cx="451193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9768" y="4646734"/>
            <a:ext cx="451193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5128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31" y="5554135"/>
            <a:ext cx="4965727" cy="2938987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832" y="8493122"/>
            <a:ext cx="4965726" cy="15296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64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6126" y="3522133"/>
            <a:ext cx="1658044" cy="10244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367106" y="4741334"/>
            <a:ext cx="1647063" cy="638104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5128" y="3522133"/>
            <a:ext cx="1652066" cy="10244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179190" y="4741334"/>
            <a:ext cx="1658003" cy="638104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008688" y="3522133"/>
            <a:ext cx="1649744" cy="10244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4008688" y="4741334"/>
            <a:ext cx="1649744" cy="638104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096501" y="3793067"/>
            <a:ext cx="0" cy="7044267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917273" y="3793067"/>
            <a:ext cx="0" cy="7052235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34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7106" y="7557243"/>
            <a:ext cx="1654209" cy="10244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367106" y="3928534"/>
            <a:ext cx="1654209" cy="27093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367106" y="8581711"/>
            <a:ext cx="1654209" cy="11718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8344" y="7557243"/>
            <a:ext cx="1648850" cy="10244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188343" y="3928534"/>
            <a:ext cx="1648850" cy="27093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187582" y="8581709"/>
            <a:ext cx="1651034" cy="11718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008688" y="7557243"/>
            <a:ext cx="1649744" cy="102446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008687" y="3928534"/>
            <a:ext cx="1649744" cy="27093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008619" y="8581706"/>
            <a:ext cx="1651928" cy="11718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096501" y="3793067"/>
            <a:ext cx="0" cy="7044267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917273" y="3793067"/>
            <a:ext cx="0" cy="7052235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67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43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72337" y="764826"/>
            <a:ext cx="986095" cy="10357556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7106" y="1374587"/>
            <a:ext cx="4176609" cy="97477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1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4724574" y="2980267"/>
            <a:ext cx="2114550" cy="501226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4267374" y="-812800"/>
            <a:ext cx="1200150" cy="28448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4" name="Oval 23"/>
          <p:cNvSpPr/>
          <p:nvPr/>
        </p:nvSpPr>
        <p:spPr>
          <a:xfrm>
            <a:off x="4724574" y="10837333"/>
            <a:ext cx="742950" cy="176106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0" name="Oval 19"/>
          <p:cNvSpPr/>
          <p:nvPr/>
        </p:nvSpPr>
        <p:spPr>
          <a:xfrm>
            <a:off x="-115491" y="4741333"/>
            <a:ext cx="3143250" cy="745066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1" name="Oval 20"/>
          <p:cNvSpPr/>
          <p:nvPr/>
        </p:nvSpPr>
        <p:spPr>
          <a:xfrm>
            <a:off x="-629841" y="5147733"/>
            <a:ext cx="1771650" cy="419946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5809233" y="0"/>
            <a:ext cx="514350" cy="19545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533" y="804832"/>
            <a:ext cx="5291535" cy="24898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0775" y="3649645"/>
            <a:ext cx="5033741" cy="7458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5112184" y="3368655"/>
            <a:ext cx="1761065" cy="1714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2691496" y="5919054"/>
            <a:ext cx="6861858" cy="1714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824824" y="525754"/>
            <a:ext cx="471610" cy="13647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3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342905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80" indent="-257180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22" indent="-214316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65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70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76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85982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87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93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98" indent="-171453" algn="l" defTabSz="342905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5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1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7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23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9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35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40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46" algn="l" defTabSz="34290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1AAAF16E-812C-2F60-246D-BF2A476E93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2412" r="45948" b="1"/>
          <a:stretch>
            <a:fillRect/>
          </a:stretch>
        </p:blipFill>
        <p:spPr>
          <a:xfrm>
            <a:off x="20" y="10"/>
            <a:ext cx="6857980" cy="1219199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9662" y="2573866"/>
            <a:ext cx="4964432" cy="591925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Imagine Spending Over $7,000 Learning Chinese...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649662" y="8493120"/>
            <a:ext cx="4964432" cy="153141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And STILL not being able to properly hold a conversation.</a:t>
            </a:r>
          </a:p>
        </p:txBody>
      </p:sp>
      <p:sp>
        <p:nvSpPr>
          <p:cNvPr id="44" name="Slide Number Placeholder 6">
            <a:extLst>
              <a:ext uri="{FF2B5EF4-FFF2-40B4-BE49-F238E27FC236}">
                <a16:creationId xmlns:a16="http://schemas.microsoft.com/office/drawing/2014/main" id="{CC615C71-7529-9525-09C0-F29BD5C6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3303" y="525740"/>
            <a:ext cx="471487" cy="136477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9FA7B39-09FA-450B-B40C-EE9E247EA663}" type="slidenum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Date Placeholder 6">
            <a:extLst>
              <a:ext uri="{FF2B5EF4-FFF2-40B4-BE49-F238E27FC236}">
                <a16:creationId xmlns:a16="http://schemas.microsoft.com/office/drawing/2014/main" id="{02108EF7-3822-048A-2F4E-25AD4FEB33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5712546" y="3183468"/>
            <a:ext cx="557212" cy="54186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3326587-A2A9-4319-BC37-EFD041215D76}" type="datetime1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4/15/2026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Footer Placeholder 13">
            <a:extLst>
              <a:ext uri="{FF2B5EF4-FFF2-40B4-BE49-F238E27FC236}">
                <a16:creationId xmlns:a16="http://schemas.microsoft.com/office/drawing/2014/main" id="{ACF10CB4-4370-E134-B85C-E5337155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5035259" y="5733861"/>
            <a:ext cx="2171135" cy="54186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Sample footer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392" y="2926080"/>
            <a:ext cx="1981620" cy="7948126"/>
          </a:xfrm>
        </p:spPr>
        <p:txBody>
          <a:bodyPr>
            <a:normAutofit/>
          </a:bodyPr>
          <a:lstStyle/>
          <a:p>
            <a:pPr algn="r"/>
            <a:r>
              <a:rPr lang="en-AU" dirty="0">
                <a:solidFill>
                  <a:schemeClr val="tx1"/>
                </a:solidFill>
              </a:rPr>
              <a:t>That’s literally me</a:t>
            </a:r>
          </a:p>
        </p:txBody>
      </p:sp>
      <p:sp>
        <p:nvSpPr>
          <p:cNvPr id="26" name="Slide Number Placeholder 22">
            <a:extLst>
              <a:ext uri="{FF2B5EF4-FFF2-40B4-BE49-F238E27FC236}">
                <a16:creationId xmlns:a16="http://schemas.microsoft.com/office/drawing/2014/main" id="{5B7650BF-7BAA-BC25-14FC-7D6C00A33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75607" y="934648"/>
            <a:ext cx="265212" cy="2426271"/>
          </a:xfrm>
        </p:spPr>
        <p:txBody>
          <a:bodyPr/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 dirty="0"/>
          </a:p>
        </p:txBody>
      </p:sp>
      <p:sp>
        <p:nvSpPr>
          <p:cNvPr id="27" name="Footer Placeholder 21">
            <a:extLst>
              <a:ext uri="{FF2B5EF4-FFF2-40B4-BE49-F238E27FC236}">
                <a16:creationId xmlns:a16="http://schemas.microsoft.com/office/drawing/2014/main" id="{0E8B24FB-12F2-2D94-E2BF-08F4DAD88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916" y="20085191"/>
            <a:ext cx="1311040" cy="963321"/>
          </a:xfrm>
        </p:spPr>
        <p:txBody>
          <a:bodyPr anchor="ctr"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alpha val="60000"/>
                  </a:schemeClr>
                </a:solidFill>
              </a:rPr>
              <a:t>Sample Footer Text</a:t>
            </a:r>
          </a:p>
        </p:txBody>
      </p:sp>
      <p:sp>
        <p:nvSpPr>
          <p:cNvPr id="28" name="Date Placeholder 20">
            <a:extLst>
              <a:ext uri="{FF2B5EF4-FFF2-40B4-BE49-F238E27FC236}">
                <a16:creationId xmlns:a16="http://schemas.microsoft.com/office/drawing/2014/main" id="{B9530246-F9FF-B12B-275E-CB7CCFFB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5379" y="20085191"/>
            <a:ext cx="665440" cy="963313"/>
          </a:xfrm>
        </p:spPr>
        <p:txBody>
          <a:bodyPr anchor="ctr"/>
          <a:lstStyle/>
          <a:p>
            <a:pPr algn="r">
              <a:spcAft>
                <a:spcPts val="600"/>
              </a:spcAft>
            </a:pPr>
            <a:fld id="{415F064C-11F2-4FA0-8A91-BEE8C59DBF09}" type="datetime1">
              <a:rPr lang="en-US" smtClean="0">
                <a:solidFill>
                  <a:schemeClr val="tx1">
                    <a:alpha val="60000"/>
                  </a:schemeClr>
                </a:solidFill>
              </a:rPr>
              <a:pPr algn="r">
                <a:spcAft>
                  <a:spcPts val="600"/>
                </a:spcAft>
              </a:pPr>
              <a:t>4/15/2026</a:t>
            </a:fld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6404" y="2926080"/>
            <a:ext cx="3540627" cy="7948126"/>
          </a:xfrm>
        </p:spPr>
        <p:txBody>
          <a:bodyPr>
            <a:normAutofit/>
          </a:bodyPr>
          <a:lstStyle/>
          <a:p>
            <a:r>
              <a:rPr lang="en-US" dirty="0"/>
              <a:t>Years of </a:t>
            </a:r>
            <a:r>
              <a:rPr lang="en-US" altLang="zh-CN" dirty="0"/>
              <a:t>trying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Chinese wife</a:t>
            </a:r>
          </a:p>
          <a:p>
            <a:r>
              <a:rPr lang="en-AU" dirty="0"/>
              <a:t>Speak simple Cantonese</a:t>
            </a:r>
          </a:p>
          <a:p>
            <a:r>
              <a:rPr lang="en-AU" dirty="0"/>
              <a:t>PhD…university professor</a:t>
            </a:r>
          </a:p>
          <a:p>
            <a:endParaRPr lang="en-US" dirty="0"/>
          </a:p>
          <a:p>
            <a:r>
              <a:rPr lang="en-US" dirty="0"/>
              <a:t>Still struggle speaking</a:t>
            </a:r>
          </a:p>
          <a:p>
            <a:endParaRPr lang="en-US" dirty="0"/>
          </a:p>
          <a:p>
            <a:endParaRPr lang="en-AU" dirty="0"/>
          </a:p>
          <a:p>
            <a:endParaRPr lang="en-A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I’m not the only one.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775" y="1620820"/>
            <a:ext cx="5033741" cy="7458633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So many </a:t>
            </a:r>
            <a:r>
              <a:rPr dirty="0"/>
              <a:t>Learners </a:t>
            </a:r>
            <a:endParaRPr lang="en-AU" dirty="0"/>
          </a:p>
          <a:p>
            <a:r>
              <a:rPr lang="en-AU" dirty="0"/>
              <a:t>Study for years</a:t>
            </a:r>
          </a:p>
          <a:p>
            <a:r>
              <a:rPr lang="en-AU" dirty="0"/>
              <a:t>know lots of vocabulary </a:t>
            </a:r>
          </a:p>
          <a:p>
            <a:r>
              <a:rPr lang="en-AU" dirty="0"/>
              <a:t>Understand grammar</a:t>
            </a:r>
          </a:p>
          <a:p>
            <a:r>
              <a:rPr dirty="0"/>
              <a:t>Can read basic Chinese</a:t>
            </a:r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r>
              <a:rPr dirty="0"/>
              <a:t>But </a:t>
            </a:r>
            <a:r>
              <a:rPr lang="en-AU" dirty="0"/>
              <a:t>…</a:t>
            </a:r>
          </a:p>
          <a:p>
            <a:r>
              <a:rPr lang="en-AU" dirty="0"/>
              <a:t>C</a:t>
            </a:r>
            <a:r>
              <a:rPr dirty="0" err="1"/>
              <a:t>onversation</a:t>
            </a:r>
            <a:r>
              <a:rPr lang="en-AU" dirty="0"/>
              <a:t> starts</a:t>
            </a:r>
          </a:p>
          <a:p>
            <a:r>
              <a:rPr lang="en-AU" dirty="0"/>
              <a:t>Speed increases</a:t>
            </a:r>
          </a:p>
          <a:p>
            <a:r>
              <a:rPr lang="en-AU" dirty="0"/>
              <a:t>Pressure rises</a:t>
            </a:r>
          </a:p>
          <a:p>
            <a:r>
              <a:rPr lang="en-AU" dirty="0"/>
              <a:t>Everything falls apart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Tried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0775" y="1520122"/>
            <a:ext cx="2473585" cy="7459134"/>
          </a:xfrm>
        </p:spPr>
        <p:txBody>
          <a:bodyPr/>
          <a:lstStyle/>
          <a:p>
            <a:r>
              <a:rPr b="1" dirty="0"/>
              <a:t>$</a:t>
            </a:r>
            <a:r>
              <a:rPr lang="en-AU" b="1" dirty="0"/>
              <a:t>1</a:t>
            </a:r>
            <a:r>
              <a:rPr b="1" dirty="0"/>
              <a:t>,</a:t>
            </a:r>
            <a:r>
              <a:rPr lang="en-AU" b="1" dirty="0"/>
              <a:t>7</a:t>
            </a:r>
            <a:r>
              <a:rPr b="1" dirty="0"/>
              <a:t>00 </a:t>
            </a:r>
            <a:r>
              <a:rPr lang="en-AU" dirty="0"/>
              <a:t>China immersion</a:t>
            </a:r>
            <a:br>
              <a:rPr lang="en-AU" dirty="0"/>
            </a:br>
            <a:endParaRPr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b="1" dirty="0"/>
              <a:t>$2,000 </a:t>
            </a:r>
            <a:r>
              <a:rPr lang="en-AU" dirty="0" err="1"/>
              <a:t>CantoMando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dirty="0"/>
          </a:p>
          <a:p>
            <a:endParaRPr lang="en-AU" dirty="0"/>
          </a:p>
          <a:p>
            <a:r>
              <a:rPr lang="en-AU" b="1" dirty="0"/>
              <a:t>$800 </a:t>
            </a:r>
            <a:r>
              <a:rPr lang="en-AU" dirty="0"/>
              <a:t>Mandarin Blueprint</a:t>
            </a:r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41825A-DB60-8E7A-2D1D-366F19AF2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42" y="1938337"/>
            <a:ext cx="2226318" cy="1032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E49290-523D-390A-7365-EA6F4F6CF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96" y="3516457"/>
            <a:ext cx="2123209" cy="21232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AB8754-80E1-757F-B981-892C49AEF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86" y="6008250"/>
            <a:ext cx="3429000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Apps</a:t>
            </a:r>
            <a:br>
              <a:rPr lang="en-AU" dirty="0"/>
            </a:br>
            <a:r>
              <a:rPr lang="en-AU" sz="2000" i="1" dirty="0"/>
              <a:t>every serious option</a:t>
            </a:r>
            <a:endParaRPr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016FED-D50B-C484-ED01-7C70DE246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26" y="1872934"/>
            <a:ext cx="1407886" cy="12670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9AA724-F27B-7ECE-4E1F-89C87DA5DE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84" t="34590" r="13069" b="38707"/>
          <a:stretch>
            <a:fillRect/>
          </a:stretch>
        </p:blipFill>
        <p:spPr>
          <a:xfrm>
            <a:off x="689269" y="7298283"/>
            <a:ext cx="2957322" cy="70058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E54CD6A-7815-2A43-8DEA-DF1379EBBB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6914" y="5002199"/>
            <a:ext cx="1614042" cy="4452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D25097-186E-F0EF-3DC0-223F166458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869" y="2826041"/>
            <a:ext cx="2412133" cy="241213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D6C2C72-CE06-901E-565E-15BD6C6D6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1526" y="5627385"/>
            <a:ext cx="1471733" cy="6218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0BD7A2-649B-E629-20CA-824AA01C5D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610" y="6269890"/>
            <a:ext cx="367665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dirty="0"/>
              <a:t>Pressure. Blank. Panic. </a:t>
            </a:r>
            <a:br>
              <a:rPr lang="en-AU" dirty="0"/>
            </a:br>
            <a:r>
              <a:rPr lang="en-AU" dirty="0"/>
              <a:t>then back to English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 still freeze after 1–2 sentences</a:t>
            </a:r>
          </a:p>
          <a:p>
            <a:r>
              <a:rPr dirty="0"/>
              <a:t>My brain goes blank</a:t>
            </a:r>
          </a:p>
          <a:p>
            <a:r>
              <a:rPr dirty="0"/>
              <a:t>I panic under pressure</a:t>
            </a:r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42761F7-B4E7-F76F-1004-D26F40BC73EB}"/>
              </a:ext>
            </a:extLst>
          </p:cNvPr>
          <p:cNvSpPr txBox="1">
            <a:spLocks/>
          </p:cNvSpPr>
          <p:nvPr/>
        </p:nvSpPr>
        <p:spPr>
          <a:xfrm>
            <a:off x="362981" y="5467350"/>
            <a:ext cx="5874244" cy="24898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342905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The Embarrassing Reality</a:t>
            </a:r>
          </a:p>
          <a:p>
            <a:pPr algn="ctr"/>
            <a:r>
              <a:rPr lang="en-US" sz="2400" b="1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“Sorry, my Chinese isn’t very good.”</a:t>
            </a:r>
          </a:p>
          <a:p>
            <a:endParaRPr lang="en-A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E649A-998F-5EAC-B841-5AED29081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sz="2800" b="1" dirty="0"/>
              <a:t>How can someone spend this much time, money, and effort...</a:t>
            </a:r>
            <a:br>
              <a:rPr lang="en-US" sz="2800" b="1" dirty="0"/>
            </a:br>
            <a:r>
              <a:rPr lang="en-US" sz="2800" b="1" dirty="0">
                <a:solidFill>
                  <a:srgbClr val="FFC000"/>
                </a:solidFill>
              </a:rPr>
              <a:t>and STILL not speak?</a:t>
            </a:r>
            <a:br>
              <a:rPr lang="en-US" sz="3200" b="1" dirty="0">
                <a:solidFill>
                  <a:srgbClr val="FFC000"/>
                </a:solidFill>
              </a:rPr>
            </a:br>
            <a:endParaRPr lang="en-AU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Realisation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775" y="1695451"/>
            <a:ext cx="5033741" cy="94128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The problem is not</a:t>
            </a:r>
            <a:endParaRPr lang="en-AU" sz="2000" dirty="0"/>
          </a:p>
          <a:p>
            <a:pPr>
              <a:buClr>
                <a:srgbClr val="FF0000"/>
              </a:buClr>
              <a:buSzPct val="120000"/>
              <a:buFont typeface="Wingdings 2" panose="05020102010507070707" pitchFamily="18" charset="2"/>
              <a:buChar char="O"/>
            </a:pPr>
            <a:r>
              <a:rPr sz="2000" dirty="0"/>
              <a:t> laziness.</a:t>
            </a:r>
          </a:p>
          <a:p>
            <a:pPr>
              <a:buClr>
                <a:srgbClr val="FF0000"/>
              </a:buClr>
              <a:buSzPct val="120000"/>
              <a:buFont typeface="Wingdings 2" panose="05020102010507070707" pitchFamily="18" charset="2"/>
              <a:buChar char="O"/>
            </a:pPr>
            <a:r>
              <a:rPr sz="2000" dirty="0"/>
              <a:t>discipline.</a:t>
            </a:r>
          </a:p>
          <a:p>
            <a:pPr>
              <a:buClr>
                <a:srgbClr val="FF0000"/>
              </a:buClr>
              <a:buSzPct val="120000"/>
              <a:buFont typeface="Wingdings 2" panose="05020102010507070707" pitchFamily="18" charset="2"/>
              <a:buChar char="O"/>
            </a:pPr>
            <a:r>
              <a:rPr sz="2000" dirty="0"/>
              <a:t>Chinese is 'too hard.'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We </a:t>
            </a:r>
            <a:r>
              <a:rPr lang="en-US" sz="3600" b="1" dirty="0">
                <a:solidFill>
                  <a:srgbClr val="FF0000"/>
                </a:solidFill>
              </a:rPr>
              <a:t>are being taught </a:t>
            </a:r>
            <a:br>
              <a:rPr lang="en-US" sz="3600" b="1" dirty="0">
                <a:solidFill>
                  <a:srgbClr val="FF0000"/>
                </a:solidFill>
              </a:rPr>
            </a:br>
            <a:r>
              <a:rPr lang="en-US" sz="3600" b="1" dirty="0">
                <a:solidFill>
                  <a:srgbClr val="FF0000"/>
                </a:solidFill>
              </a:rPr>
              <a:t>the WRONG skill.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 </a:t>
            </a:r>
            <a:r>
              <a:rPr dirty="0"/>
              <a:t>are being taught the WRONG skill.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Follow me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If this sounds like your experience...</a:t>
            </a:r>
          </a:p>
          <a:p>
            <a:r>
              <a:rPr dirty="0"/>
              <a:t>Follow me.</a:t>
            </a:r>
          </a:p>
          <a:p>
            <a:r>
              <a:rPr dirty="0"/>
              <a:t>Because in the next few posts </a:t>
            </a:r>
            <a:br>
              <a:rPr lang="en-AU" dirty="0"/>
            </a:br>
            <a:r>
              <a:rPr dirty="0"/>
              <a:t>I’ll explain why most Chinese learning methods fail intermediate learners.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r>
              <a:rPr lang="en-US" dirty="0"/>
              <a:t>#LearnChinese, #Mandarin, #ChineseLearner, #LanguageLearning, #CantSpeakChinese, #LanguageLearningStruggles, #ChineseIsHard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10678</TotalTime>
  <Words>245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Century Gothic</vt:lpstr>
      <vt:lpstr>Wingdings 2</vt:lpstr>
      <vt:lpstr>Wingdings 3</vt:lpstr>
      <vt:lpstr>Ion</vt:lpstr>
      <vt:lpstr>Imagine Spending Over $7,000 Learning Chinese...</vt:lpstr>
      <vt:lpstr>That’s literally me</vt:lpstr>
      <vt:lpstr>I’m not the only one.</vt:lpstr>
      <vt:lpstr>What I Tried</vt:lpstr>
      <vt:lpstr>The Apps every serious option</vt:lpstr>
      <vt:lpstr>Pressure. Blank. Panic.  then back to English</vt:lpstr>
      <vt:lpstr>How can someone spend this much time, money, and effort... and STILL not speak? </vt:lpstr>
      <vt:lpstr>My Realisation</vt:lpstr>
      <vt:lpstr>We are being taught  the WRONG skill.</vt:lpstr>
      <vt:lpstr>Follow 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Surface Pro7</dc:creator>
  <cp:keywords/>
  <dc:description>generated using python-pptx</dc:description>
  <cp:lastModifiedBy>Raymond Young</cp:lastModifiedBy>
  <cp:revision>1</cp:revision>
  <dcterms:created xsi:type="dcterms:W3CDTF">2013-01-27T09:14:16Z</dcterms:created>
  <dcterms:modified xsi:type="dcterms:W3CDTF">2026-04-22T02:34:05Z</dcterms:modified>
  <cp:category/>
</cp:coreProperties>
</file>