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$7,000+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Spent trying to learn Chinese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Chinese Wife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Daily access to a native speaker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Still Can't Speak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Comfortably hold a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I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$4,500 Coaching
China Immersion
Pimsleur 1–5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Every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Duolingo • SuperChinese • Mandarin Blueprint • MaaYot • Langua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I freeze after 1–2 sentences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Brain 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Panic.
Blank mind.
Switch to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How can this happen after all that effort?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Same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So many learners know words…
But collapse in conversation.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My Realisation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We are being taught the wrong skill.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37160" cy="5029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Follow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I’ll explain why most Chinese methods fail intermediate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