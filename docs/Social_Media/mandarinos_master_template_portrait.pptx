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09728" cy="10972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MandarinOS
Creator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8C8C8"/>
                </a:solidFill>
              </a:rPr>
              <a:t>Portrait 9:16 Template for Social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09728" cy="10972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$7,000+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8C8C8"/>
                </a:solidFill>
              </a:rPr>
              <a:t>Spent trying to learn Chinese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09728" cy="10972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I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8C8C8"/>
                </a:solidFill>
              </a:rPr>
              <a:t>• Coaching
• Immersion
• Apps
• Courses
• Tutors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731520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743200" cy="7315200"/>
          </a:xfrm>
          <a:prstGeom prst="round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286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Apps Teach
• Flashcards
• Grammar
•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86000"/>
            <a:ext cx="22860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</a:rPr>
              <a:t>Reality Needs
• Retrieval
• Confidence
• Conversation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09728" cy="10972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"The problem is not vocabulary."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C8C8C8"/>
                </a:solidFill>
              </a:rPr>
              <a:t>The problem is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48640"/>
            <a:ext cx="109728" cy="10972800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Follow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8C8C8"/>
                </a:solidFill>
              </a:rPr>
              <a:t>For more insights on Chinese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